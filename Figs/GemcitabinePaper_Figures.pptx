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5"/>
    <p:restoredTop sz="96327"/>
  </p:normalViewPr>
  <p:slideViewPr>
    <p:cSldViewPr snapToGrid="0">
      <p:cViewPr>
        <p:scale>
          <a:sx n="124" d="100"/>
          <a:sy n="124" d="100"/>
        </p:scale>
        <p:origin x="14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2EA5-A09E-AD31-2FE8-350B0F5DF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E0466-FE14-4FB9-FF32-579B1A39D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A8B1A-CE09-3BB6-05A6-8E61164C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96EAF-7657-BF13-9B49-8EFE486B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409CF-1E1D-B48A-18B6-D767D7FC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3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4C85-1685-2C52-60A6-F65B4F26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C98A6-D7BF-AE2A-903E-009F7A080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39FB-1B22-3860-745F-AEB72ACC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9295-2BDD-CBE6-D557-F6CC5E7E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F291-DD55-52A4-7A54-17DD1493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5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7CB4-464C-466A-919F-2ABDE14E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1D003-3C99-1F58-9C93-CF0237BB8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B09F6-A40E-BB1F-4947-0287C7B3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4A870-C1DE-3101-AF46-015EF36E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E53E-C76B-0F78-D17B-1C2487B3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703B-069E-C0FB-230D-22E3BE98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FFA7-A6AE-5492-E2EB-CC99F37DB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76E55-8856-9067-A607-9F4C1F53A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4E7A3-7AAC-9C6D-6F04-AE262567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F6EF4-225D-68DC-ABCB-3C74016B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B50D1-0F30-C302-A53B-AB7E038E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6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A15A-711C-CB74-4FBF-CA075DE9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8281A-AC0A-2A72-555F-27BB93C15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E6168-6429-89BC-529C-714EF86D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141AB-D00F-7DD7-9633-FB74C5AD5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86282-24BF-06E2-D8AB-7B82A68FC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A8A806-03A9-B391-2A24-A6F39374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73016-3A7F-73B7-71AA-472A399E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1EF3F-32A2-1576-76B1-5AA1BA48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9350-AD55-56C1-630A-80A534DF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9F83B6-5706-0F12-820A-BD0F5E29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662BA-45FA-573D-F625-C2900F96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1FD9C-8A63-E177-2BE8-CEEA5ECF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4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DDB94-3F2E-B385-52A1-BC55437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BA278-E851-EF00-4387-4F4FA9D2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AFB3F-E185-C2BA-336C-CE0BB0F6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8F8C-56DE-6A2A-AD36-BD6800FE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8385A-F055-02B6-491F-20C1730E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0970F-BC1B-3603-BC2E-C0481E641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2FA04-8DA3-2DAD-B259-B9497E67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34EB-1977-6DCC-F483-E8F7CD72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CCF4E-F3E1-0AC6-A4D0-6EB57057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5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033C-27F4-C65B-1933-20A88B4C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005FE-1097-B101-6ACD-38EFE5181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46D83-2FCB-AC86-BF21-2E20DADB4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66EBC-24A2-E8B5-AFCC-E0838937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B8371-1329-28F0-B795-A3B8B401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5E029-CC62-DC57-4181-4B666D67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0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516D-77BB-5915-92F4-BC069AC1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97004-4AB0-B797-3A3A-C3B8F7C02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960E-CCFC-F9DF-9FB0-07CF545C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0BAA-32ED-46BB-07D3-9DA145D4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FA99D-B07B-04FF-2B10-EEF9BE8C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9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F191B-97C3-BFDD-DC14-E07B58F59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68C4-07BB-A9B0-3FE7-3AEC9447A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83859-95B2-26C3-456D-961AE7BD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05BD-E0F5-BD5E-B92D-016C5DA7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E6725-78E7-6BCB-B914-5FF47EDE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3B6FC-6E39-5C63-2C6D-50365036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8F917-E0C3-D212-EFF3-2A38DF2AA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77B1D-DEF5-6F50-62BF-54F7A8FB3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DAE86-69C4-0D4D-B54F-2D0B7B3FA500}" type="datetimeFigureOut">
              <a:rPr lang="en-US" smtClean="0"/>
              <a:t>5/17/23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23973-1196-4DE6-6727-262540A85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08C78-1D24-F487-0CB4-F3369CB3F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90891-E1AF-A141-9916-B9BCFB3F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B337-4594-728E-9807-0F7A04A9A0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CE9B4-FE41-DA3F-B756-BBFB9E341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3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ine, diagram, plot, text&#10;&#10;Description automatically generated">
            <a:extLst>
              <a:ext uri="{FF2B5EF4-FFF2-40B4-BE49-F238E27FC236}">
                <a16:creationId xmlns:a16="http://schemas.microsoft.com/office/drawing/2014/main" id="{51A85AAB-8E78-0D99-F691-62A3A2030E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888849" y="307012"/>
            <a:ext cx="4657358" cy="2109207"/>
          </a:xfrm>
          <a:prstGeom prst="rect">
            <a:avLst/>
          </a:prstGeom>
        </p:spPr>
      </p:pic>
      <p:pic>
        <p:nvPicPr>
          <p:cNvPr id="13" name="Picture 12" descr="A picture containing text, diagram, line, parallel&#10;&#10;Description automatically generated">
            <a:extLst>
              <a:ext uri="{FF2B5EF4-FFF2-40B4-BE49-F238E27FC236}">
                <a16:creationId xmlns:a16="http://schemas.microsoft.com/office/drawing/2014/main" id="{7FAE7665-8391-0F8B-6454-18126D075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849" y="2616849"/>
            <a:ext cx="4657358" cy="41160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5B819B-2126-EE00-A9A8-0FB868D50F4E}"/>
              </a:ext>
            </a:extLst>
          </p:cNvPr>
          <p:cNvSpPr txBox="1"/>
          <p:nvPr/>
        </p:nvSpPr>
        <p:spPr>
          <a:xfrm>
            <a:off x="2592860" y="307012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21D08-E213-25BC-ACBA-C5247C3117FE}"/>
              </a:ext>
            </a:extLst>
          </p:cNvPr>
          <p:cNvSpPr txBox="1"/>
          <p:nvPr/>
        </p:nvSpPr>
        <p:spPr>
          <a:xfrm>
            <a:off x="5088783" y="307012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9DC849-1105-FB12-5069-7CB55763774A}"/>
              </a:ext>
            </a:extLst>
          </p:cNvPr>
          <p:cNvSpPr txBox="1"/>
          <p:nvPr/>
        </p:nvSpPr>
        <p:spPr>
          <a:xfrm>
            <a:off x="2592860" y="2548094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F8518-C616-AF3F-ACBC-4BEA4D5898A3}"/>
              </a:ext>
            </a:extLst>
          </p:cNvPr>
          <p:cNvSpPr txBox="1"/>
          <p:nvPr/>
        </p:nvSpPr>
        <p:spPr>
          <a:xfrm>
            <a:off x="5088783" y="2548094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E091B8-3B4F-6A69-CBD2-72C5984D863C}"/>
              </a:ext>
            </a:extLst>
          </p:cNvPr>
          <p:cNvSpPr txBox="1"/>
          <p:nvPr/>
        </p:nvSpPr>
        <p:spPr>
          <a:xfrm>
            <a:off x="2592860" y="4789176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612EAD-EB40-4BF5-A69C-C7529ACC3586}"/>
              </a:ext>
            </a:extLst>
          </p:cNvPr>
          <p:cNvSpPr txBox="1"/>
          <p:nvPr/>
        </p:nvSpPr>
        <p:spPr>
          <a:xfrm>
            <a:off x="5088783" y="4789176"/>
            <a:ext cx="2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EE6924-3415-3093-01EC-5EB06B6ACDCB}"/>
              </a:ext>
            </a:extLst>
          </p:cNvPr>
          <p:cNvSpPr txBox="1"/>
          <p:nvPr/>
        </p:nvSpPr>
        <p:spPr>
          <a:xfrm>
            <a:off x="10626291" y="6363539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ODE_model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D13B0-85DB-5FBD-92A5-10EC594737E4}"/>
              </a:ext>
            </a:extLst>
          </p:cNvPr>
          <p:cNvSpPr txBox="1"/>
          <p:nvPr/>
        </p:nvSpPr>
        <p:spPr>
          <a:xfrm>
            <a:off x="7899774" y="676344"/>
            <a:ext cx="33987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(A-B) ODE </a:t>
            </a:r>
            <a:r>
              <a:rPr lang="en-US" dirty="0"/>
              <a:t>model of polyploidization (lines) recapitulates experimental observations (points) for 2N (A) and 4N SUM-159 lineages (B). (C-D) ODE model assumes fixed relationships between the number of skipped mitoses (x-axes) and proliferation (C), death (D) and endoreplication rate (E). With the exception of proliferation rate, these relations are assumed to be identical irrespective of lineage (2N vs. 4N). (F) Michaelis-constants of proliferation (a), endoreplication (v) and death (w) fitted across multiple replicates (n=4).</a:t>
            </a:r>
          </a:p>
        </p:txBody>
      </p:sp>
    </p:spTree>
    <p:extLst>
      <p:ext uri="{BB962C8B-B14F-4D97-AF65-F5344CB8AC3E}">
        <p14:creationId xmlns:p14="http://schemas.microsoft.com/office/powerpoint/2010/main" val="391348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B337-4594-728E-9807-0F7A04A9A0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Supplementary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CE9B4-FE41-DA3F-B756-BBFB9E341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1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, line, pattern&#10;&#10;Description automatically generated">
            <a:extLst>
              <a:ext uri="{FF2B5EF4-FFF2-40B4-BE49-F238E27FC236}">
                <a16:creationId xmlns:a16="http://schemas.microsoft.com/office/drawing/2014/main" id="{ED107F6D-1FE6-341A-3F70-F385760FEF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4" b="4128"/>
          <a:stretch/>
        </p:blipFill>
        <p:spPr>
          <a:xfrm>
            <a:off x="1888066" y="533400"/>
            <a:ext cx="4673599" cy="52111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8DA276-24F3-786A-C650-13C0D940CE65}"/>
              </a:ext>
            </a:extLst>
          </p:cNvPr>
          <p:cNvSpPr/>
          <p:nvPr/>
        </p:nvSpPr>
        <p:spPr>
          <a:xfrm>
            <a:off x="1820333" y="3640667"/>
            <a:ext cx="135467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45228-C8EC-2B41-6467-E586D67AD25A}"/>
              </a:ext>
            </a:extLst>
          </p:cNvPr>
          <p:cNvSpPr txBox="1"/>
          <p:nvPr/>
        </p:nvSpPr>
        <p:spPr>
          <a:xfrm>
            <a:off x="3466869" y="5744584"/>
            <a:ext cx="1515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Nucleus area (um)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6FB0E-2BB9-DFD2-8E1A-D2B291205E73}"/>
              </a:ext>
            </a:extLst>
          </p:cNvPr>
          <p:cNvSpPr txBox="1"/>
          <p:nvPr/>
        </p:nvSpPr>
        <p:spPr>
          <a:xfrm rot="16200000">
            <a:off x="1009054" y="2985103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Cell Density bin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D7D1-FE76-8098-EF6D-15CBFF8EE0F0}"/>
              </a:ext>
            </a:extLst>
          </p:cNvPr>
          <p:cNvSpPr txBox="1"/>
          <p:nvPr/>
        </p:nvSpPr>
        <p:spPr>
          <a:xfrm>
            <a:off x="9025667" y="6052361"/>
            <a:ext cx="240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SI_Ploidy_Area_Density</a:t>
            </a:r>
            <a:endParaRPr lang="en-US" dirty="0"/>
          </a:p>
        </p:txBody>
      </p:sp>
      <p:pic>
        <p:nvPicPr>
          <p:cNvPr id="11" name="Picture 10" descr="A red and blue squares&#10;&#10;Description automatically generated with low confidence">
            <a:extLst>
              <a:ext uri="{FF2B5EF4-FFF2-40B4-BE49-F238E27FC236}">
                <a16:creationId xmlns:a16="http://schemas.microsoft.com/office/drawing/2014/main" id="{1FC16428-C667-A657-6FB6-E7CDE26F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936" y="752884"/>
            <a:ext cx="549246" cy="47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3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6F4319-CE44-BA80-B765-B2EE245F5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565" y="170062"/>
            <a:ext cx="2743200" cy="548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DCA7E-3F04-6A25-3E7D-BD1963245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765" y="170062"/>
            <a:ext cx="2743200" cy="5486400"/>
          </a:xfrm>
          <a:prstGeom prst="rect">
            <a:avLst/>
          </a:prstGeom>
        </p:spPr>
      </p:pic>
      <p:pic>
        <p:nvPicPr>
          <p:cNvPr id="14" name="Picture 13" descr="A black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D212659C-4103-C26C-EDA3-D16CEE3F3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08888" y="822722"/>
            <a:ext cx="1641025" cy="644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ABA60C-1216-7E71-9B3D-1FDEEA041E39}"/>
              </a:ext>
            </a:extLst>
          </p:cNvPr>
          <p:cNvSpPr txBox="1"/>
          <p:nvPr/>
        </p:nvSpPr>
        <p:spPr>
          <a:xfrm>
            <a:off x="10017303" y="6318606"/>
            <a:ext cx="19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SI_GDSC_vs_ploidy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2870EE-BA07-B297-2F0C-2D494F447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721" y="170062"/>
            <a:ext cx="2743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40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number, screenshot, font&#10;&#10;Description automatically generated">
            <a:extLst>
              <a:ext uri="{FF2B5EF4-FFF2-40B4-BE49-F238E27FC236}">
                <a16:creationId xmlns:a16="http://schemas.microsoft.com/office/drawing/2014/main" id="{79B58AD3-9479-BFB2-D7B0-3528A4D38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"/>
          <a:stretch/>
        </p:blipFill>
        <p:spPr>
          <a:xfrm>
            <a:off x="5782567" y="533114"/>
            <a:ext cx="3873500" cy="3009900"/>
          </a:xfrm>
          <a:prstGeom prst="rect">
            <a:avLst/>
          </a:prstGeom>
        </p:spPr>
      </p:pic>
      <p:pic>
        <p:nvPicPr>
          <p:cNvPr id="7" name="Picture 6" descr="A picture containing text, number, screenshot, font&#10;&#10;Description automatically generated">
            <a:extLst>
              <a:ext uri="{FF2B5EF4-FFF2-40B4-BE49-F238E27FC236}">
                <a16:creationId xmlns:a16="http://schemas.microsoft.com/office/drawing/2014/main" id="{F083F613-6918-26E6-4597-C8E1DBD67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53" y="618233"/>
            <a:ext cx="3987800" cy="3009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6F3EE-3596-51E0-DC9D-A10F0DC0EF00}"/>
              </a:ext>
            </a:extLst>
          </p:cNvPr>
          <p:cNvSpPr txBox="1"/>
          <p:nvPr/>
        </p:nvSpPr>
        <p:spPr>
          <a:xfrm>
            <a:off x="452918" y="5517490"/>
            <a:ext cx="2242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SI_GDSC_vs_ploidy_A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5664D-4122-D51E-418B-584215DC3684}"/>
              </a:ext>
            </a:extLst>
          </p:cNvPr>
          <p:cNvSpPr txBox="1"/>
          <p:nvPr/>
        </p:nvSpPr>
        <p:spPr>
          <a:xfrm>
            <a:off x="6096000" y="5517490"/>
            <a:ext cx="2468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SI_GDSC_vs_ploidy_B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5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163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Main Figures</vt:lpstr>
      <vt:lpstr>PowerPoint Presentation</vt:lpstr>
      <vt:lpstr>Supplementary Figures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Andor, Noemi</dc:creator>
  <cp:lastModifiedBy>Andor, Noemi</cp:lastModifiedBy>
  <cp:revision>16</cp:revision>
  <dcterms:created xsi:type="dcterms:W3CDTF">2023-05-16T20:09:48Z</dcterms:created>
  <dcterms:modified xsi:type="dcterms:W3CDTF">2023-05-17T15:56:05Z</dcterms:modified>
</cp:coreProperties>
</file>